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6858000" cy="9144000"/>
  <p:embeddedFontLst>
    <p:embeddedFont>
      <p:font typeface="Google Sans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05D9E778-8118-49DF-82E2-7A894C214346}">
          <p14:sldIdLst>
            <p14:sldId id="256"/>
            <p14:sldId id="257"/>
          </p14:sldIdLst>
        </p14:section>
        <p14:section name="Untitled Section" id="{FF068117-654C-41BA-A3E3-E29BEB11A6F9}">
          <p14:sldIdLst>
            <p14:sldId id="258"/>
            <p14:sldId id="259"/>
            <p14:sldId id="260"/>
            <p14:sldId id="261"/>
            <p14:sldId id="262"/>
            <p14:sldId id="271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8" y="9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c07f7ad1a1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c07f7ad1a1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c07f7ad1a1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c07f7ad1a1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c07f7ad1a1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c07f7ad1a1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 b="1" i="0" u="none" strike="noStrike" cap="non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sz="4000" b="1" i="0" u="none" strike="noStrike" cap="non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</a:t>
            </a:r>
            <a:r>
              <a:rPr lang="en-IN" b="1" dirty="0"/>
              <a:t> 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Seeking Squad</a:t>
            </a:r>
            <a:r>
              <a:rPr lang="en-GB" sz="18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oogle Sans"/>
              </a:rPr>
              <a:t> </a:t>
            </a:r>
            <a:endParaRPr sz="180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Devanshi Chauhan</a:t>
            </a:r>
            <a:endParaRPr sz="180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</a:t>
            </a:r>
            <a:r>
              <a:rPr lang="en-GB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oogle Sans"/>
              </a:rPr>
              <a:t>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NGOs and social groups collect valuable community data, but it is often scattered across different sources, making it difficult to identify urgent needs and allocate resources efficiently.</a:t>
            </a:r>
            <a:endParaRPr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-230845" y="-55404"/>
            <a:ext cx="9276347" cy="154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0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" y="96153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A54D72B-5519-A80B-4B6A-FCAA75F77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35" y="697309"/>
            <a:ext cx="8308926" cy="499612"/>
          </a:xfrm>
        </p:spPr>
        <p:txBody>
          <a:bodyPr>
            <a:normAutofit/>
          </a:bodyPr>
          <a:lstStyle/>
          <a:p>
            <a:r>
              <a:rPr lang="en-US" sz="1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 Solution – </a:t>
            </a:r>
            <a:r>
              <a:rPr lang="en-US" sz="18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SevaSync</a:t>
            </a:r>
            <a:r>
              <a:rPr lang="en-US" sz="1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AI</a:t>
            </a:r>
            <a:endParaRPr lang="en-IN" sz="1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80DAED-19B8-2FAD-26FB-1D7D0550C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47094"/>
            <a:ext cx="5162668" cy="3294027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AI Hub: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Collects and analyzes real-time community reports using an AI-powered urgency engine.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Triage: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 ranks incidents based on severity, population impact and resource requirements.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Actionable Dashboard: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NGOs with a real-time command center view for faster decision-making.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Localized Response: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Connects users with nearest volunteers and hospitals using smart mapping.</a:t>
            </a:r>
            <a:endParaRPr lang="en-IN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E67279-2872-E8EB-5828-6ECBCA107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482" y="1046747"/>
            <a:ext cx="3450817" cy="32331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148894-22E6-C87C-BFD0-A159A09DC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630" y="629612"/>
            <a:ext cx="8520600" cy="572700"/>
          </a:xfrm>
        </p:spPr>
        <p:txBody>
          <a:bodyPr>
            <a:noAutofit/>
          </a:bodyPr>
          <a:lstStyle/>
          <a:p>
            <a:r>
              <a:rPr lang="en-US" sz="1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Features (Technical Depth)</a:t>
            </a:r>
            <a:endParaRPr lang="en-IN" sz="1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1EDCB-1193-AD40-AC14-D85D42EF5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198763" cy="3416400"/>
          </a:xfrm>
        </p:spPr>
        <p:txBody>
          <a:bodyPr>
            <a:no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Urgency Scoring: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Natural Language Processing(NLP) heuristics to analyze report descriptions and assign priority.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Geospatial Visualization: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Leaflet maps with dynamic markers that change color based on urgency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Volunteer Matching: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Algorithms that filter volunteers based on skill sets (Medical, Logistics, Rescue) and proximity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Analytics Dashboard: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tracking of KPIs like 'Resolution Rate', 'High Urgency Hotspots', and 'Volunteer Deployment’.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Explanations: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AI provides a reasoning for why a specific report was ranked as "High Priority".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A1A79C-FE5A-6708-A91E-3F148009C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769" y="915962"/>
            <a:ext cx="3772461" cy="3311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4BC816-1BA2-A60F-5108-EEF524303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48" y="589347"/>
            <a:ext cx="8295852" cy="563128"/>
          </a:xfrm>
        </p:spPr>
        <p:txBody>
          <a:bodyPr>
            <a:noAutofit/>
          </a:bodyPr>
          <a:lstStyle/>
          <a:p>
            <a:r>
              <a:rPr lang="en-US" sz="1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It works</a:t>
            </a:r>
            <a:endParaRPr lang="en-IN" sz="1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3900A-96CF-A887-189B-19B5459C0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024305" cy="3416400"/>
          </a:xfrm>
        </p:spPr>
        <p:txBody>
          <a:bodyPr>
            <a:normAutofit/>
          </a:bodyPr>
          <a:lstStyle/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Ingestion: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submit reports via mobile/web with location data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backend runs AI to assess urgency &amp; needs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Prioritization: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Reports stored and pushed to dashboard in real-time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Assignment: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NGOs assign tasks to nearby skilled volunteers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Resolution: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Volunteers update the status on-field, closing the feedback loop and updating analytics.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B4120-2BF9-C0DA-1E65-F36FA1944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801" y="863549"/>
            <a:ext cx="3904247" cy="34164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F83509-5E43-2852-E004-B51E15BEF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589347"/>
            <a:ext cx="7715250" cy="45541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F665371-BE42-79DF-5525-FBAA384A0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66" y="721394"/>
            <a:ext cx="8271468" cy="694943"/>
          </a:xfrm>
        </p:spPr>
        <p:txBody>
          <a:bodyPr>
            <a:noAutofit/>
          </a:bodyPr>
          <a:lstStyle/>
          <a:p>
            <a:r>
              <a:rPr lang="en-US" sz="1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Technologies Used</a:t>
            </a:r>
            <a:endParaRPr lang="en-IN" sz="1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F52506-BE90-17BE-66D8-065A8F143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348" y="1202635"/>
            <a:ext cx="7986820" cy="358802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 + Vite(UI)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Tailwind CSS (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Glassmorphism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design)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Leaflet.js (Maps)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Recharts (Analytics)</a:t>
            </a:r>
          </a:p>
          <a:p>
            <a:pPr marL="114300" indent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(Python)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SQLAIchemy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(ORM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IN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SQLite (Relational storage)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76D96F4-6F7D-34ED-4C9C-16EFD3AC2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311700" y="347870"/>
            <a:ext cx="8520600" cy="9715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42746F-B29B-6E09-B8D0-1A97F9E71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6774" y="937217"/>
            <a:ext cx="8305526" cy="34164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 NLP-based Urgency Scoring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to Google Gemini API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 APIs (JSON-based communication)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Modular Service-Based Architecture</a:t>
            </a:r>
          </a:p>
          <a:p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Node.js, NPM, Unicorn, Git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Postman (API testing)</a:t>
            </a:r>
          </a:p>
        </p:txBody>
      </p:sp>
      <p:pic>
        <p:nvPicPr>
          <p:cNvPr id="5" name="Google Shape;122;p28" title="frameeeee.png">
            <a:extLst>
              <a:ext uri="{FF2B5EF4-FFF2-40B4-BE49-F238E27FC236}">
                <a16:creationId xmlns:a16="http://schemas.microsoft.com/office/drawing/2014/main" id="{56389820-C371-2A88-5765-BF6DC0C7A56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8431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56FEB2-14E2-FC49-CD61-8E64FBAF3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22" y="589346"/>
            <a:ext cx="7176052" cy="45541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6AE7BB-A6B5-256E-4C10-E94F580C4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890579" cy="3416400"/>
          </a:xfrm>
        </p:spPr>
        <p:txBody>
          <a:bodyPr/>
          <a:lstStyle/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Gemini AI Vision: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Using Google’s Gemini API to automatically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disaster photos for instant damage assessment.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Mapping: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Using ML to predict crisis hotspots before they happen based on weather and historical data.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Maps Routing: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Providing volunteers with real-time "safest routes" to avoid road closures during emergencies.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Offline Reporting: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Enabling SMS-based emergency reporting for areas with no internet connectivity.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Scalability: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Deploying on Google Cloud (GCP) to handle millions of reports simultaneously during large-scale disasters.</a:t>
            </a:r>
          </a:p>
          <a:p>
            <a:endParaRPr lang="en-IN" sz="1600" b="1" dirty="0"/>
          </a:p>
        </p:txBody>
      </p:sp>
      <p:sp>
        <p:nvSpPr>
          <p:cNvPr id="6" name="Google Shape;169;p36"/>
          <p:cNvSpPr txBox="1">
            <a:spLocks noGrp="1"/>
          </p:cNvSpPr>
          <p:nvPr>
            <p:ph type="title"/>
          </p:nvPr>
        </p:nvSpPr>
        <p:spPr>
          <a:xfrm>
            <a:off x="311150" y="444500"/>
            <a:ext cx="8521700" cy="57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Google Sans"/>
                <a:cs typeface="Google Sans"/>
                <a:sym typeface="Google Sans"/>
              </a:rPr>
              <a:t>Additional Details/Future Development </a:t>
            </a:r>
            <a:endParaRPr sz="1800" b="1" i="0" u="none" strike="noStrik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D705733-4BEA-2BD5-B63E-838046206A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EB2A617-8EB5-0929-1A54-31C02137FA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606</Words>
  <Application>Microsoft Office PowerPoint</Application>
  <PresentationFormat>On-screen Show (16:9)</PresentationFormat>
  <Paragraphs>68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Google Sans</vt:lpstr>
      <vt:lpstr>Calibri</vt:lpstr>
      <vt:lpstr>Simple Light</vt:lpstr>
      <vt:lpstr>PowerPoint Presentation</vt:lpstr>
      <vt:lpstr>PowerPoint Presentation</vt:lpstr>
      <vt:lpstr>Our Solution – SevaSync AI</vt:lpstr>
      <vt:lpstr>Key Features (Technical Depth)</vt:lpstr>
      <vt:lpstr>How It works</vt:lpstr>
      <vt:lpstr>PowerPoint Presentation</vt:lpstr>
      <vt:lpstr>Technologies Used</vt:lpstr>
      <vt:lpstr>PowerPoint Presentation</vt:lpstr>
      <vt:lpstr>PowerPoint Presentation</vt:lpstr>
      <vt:lpstr>PowerPoint Presentation</vt:lpstr>
      <vt:lpstr>Additional Details/Future Development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Darshan Panchal</dc:creator>
  <cp:lastModifiedBy>Darshsan Panchal</cp:lastModifiedBy>
  <cp:revision>4</cp:revision>
  <dcterms:modified xsi:type="dcterms:W3CDTF">2026-04-26T18:48:22Z</dcterms:modified>
</cp:coreProperties>
</file>